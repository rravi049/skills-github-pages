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52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77724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of HLC International — LKG, UKG and the first step into Grade 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12064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12064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12064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rests on the one beneath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640080" cy="59436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play. Eager for tomorrow, full of stories tonight.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099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406908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41970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settled, never upset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5166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0280" y="5294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5733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matters more.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promises on paper. Things you can check.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28900" cy="54864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 — any moment reviewed with you on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Background-verified staff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entrance; pick-up only by the adults you 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KG-only, child-height toilet, attended and cleaned every hour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042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0420" y="1371600"/>
            <a:ext cx="262890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042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caring faces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bright, cheerful room built to your child’s height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71600"/>
            <a:ext cx="26289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short video of your child,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“What I did” note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Learning Story each term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all the way to Grade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398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980" y="1371600"/>
            <a:ext cx="2628900" cy="54864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398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6686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in small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travel home: a screen-free play idea for your family each week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weeks we ask you: does your child want to come to school?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start — inside a school that goes all the way.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 admission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early-years centres stop at UKG. Here, your child simply carries on, with the same philosophy, to Grade 12.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adults in every class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— so every child is known, and no child is upset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President’s Award winner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teachers is recognised at the highest level in the country.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years of one philosophy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are curious, confident and kind — not hurried.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KG fee is not increasing this year. Monthly payment is available to every family.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and the last admission you’ll need.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Grade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the same care as KG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with no compromise, built around what your child enjoys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voice and responsibility, a little more each year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3, your child presents their own work to you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Real School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session for any UKG child.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joins a real Grade 1 class for an hour while you watch. Weekdays, 3:30 to 5 pm.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for the one-page checklist: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child ready for Grade 1?”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Vidyarambham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Vijayadasami, Tuesday 20 October — at HLC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Vidyarambham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 aged 3 to 6, with a First Words session for every family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Golu and children’s events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slots through the morning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classrooms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HLC Discover and Grade 1 for yourself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early-bird welcome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the admission fee when you confirm that day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[website]  ·  [phone]  ·  HLC International, Karanai, OMR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Widescreen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Discover</dc:title>
  <dc:subject>PptxGenJS Presentation</dc:subject>
  <dc:creator>PptxGenJS</dc:creator>
  <cp:lastModifiedBy>Ravi Radhakrishnan</cp:lastModifiedBy>
  <cp:revision>1</cp:revision>
  <dcterms:created xsi:type="dcterms:W3CDTF">2026-09-29T12:31:13Z</dcterms:created>
  <dcterms:modified xsi:type="dcterms:W3CDTF">2026-09-29T12:34:13Z</dcterms:modified>
</cp:coreProperties>
</file>