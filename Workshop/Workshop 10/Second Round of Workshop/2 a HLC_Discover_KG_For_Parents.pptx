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822960" cy="77724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Discover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Safe. Cared for. Learning. And can’t wait to come back.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of HLC International — LKG and UKG.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12064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5120640"/>
            <a:ext cx="365760" cy="3657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5120640"/>
            <a:ext cx="365760" cy="36576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LKG AND UKG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time away from home.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journeys happen at once — your child’s, yours, how they grow, and ours, alongside you.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1536192"/>
            <a:ext cx="2274570" cy="411480"/>
          </a:xfrm>
          <a:prstGeom prst="chevron">
            <a:avLst/>
          </a:prstGeom>
          <a:solidFill>
            <a:srgbClr val="F6C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06290" y="1536192"/>
            <a:ext cx="2274570" cy="411480"/>
          </a:xfrm>
          <a:prstGeom prst="chevron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3489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days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72300" y="1536192"/>
            <a:ext cx="2274570" cy="411480"/>
          </a:xfrm>
          <a:prstGeom prst="chevron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0090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38310" y="1536192"/>
            <a:ext cx="2274570" cy="411480"/>
          </a:xfrm>
          <a:prstGeom prst="chevron">
            <a:avLst/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6691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18998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child feels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240280" y="2057400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0008" y="2130552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Safe. Amma or Appa always within reach.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06290" y="2057400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16018" y="2130552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room, new faces. “Where is Amma?” Tears are normal.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72300" y="2057400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2028" y="2130552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favourite teacher, a friend’s name, a place for my things.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38310" y="2057400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48038" y="2130552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each morning. “I did it myself!”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907792"/>
            <a:ext cx="1600200" cy="1024128"/>
          </a:xfrm>
          <a:prstGeom prst="roundRect">
            <a:avLst>
              <a:gd name="adj" fmla="val 10714"/>
            </a:avLst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638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feel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240280" y="2907792"/>
            <a:ext cx="2274570" cy="1024128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50008" y="2980944"/>
            <a:ext cx="2055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moment she is hungry, thirsty or sleepy.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06290" y="2907792"/>
            <a:ext cx="2274570" cy="1024128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6018" y="2980944"/>
            <a:ext cx="2055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anyone notice she’s hungry or tired? What if a child hurts her, or she hurts herself? She’s never been without me — I can’t bear her crying.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72300" y="2907792"/>
            <a:ext cx="2274570" cy="1024128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82028" y="2980944"/>
            <a:ext cx="2055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comes home tired but happy. I’m starting to breathe.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38310" y="2907792"/>
            <a:ext cx="2274570" cy="1024128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48038" y="2980944"/>
            <a:ext cx="2055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tells me about her day before I ask.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005072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413766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child grows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2240280" y="4005072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50008" y="4078224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you, brothers and sisters, family and friends.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06290" y="4005072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16018" y="4078224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that you leave — and always come back.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72300" y="4005072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82028" y="4078224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other children, and from teachers who know how little ones learn.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338310" y="4005072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48038" y="4078224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tries, and finds joy in small achievements.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855464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507949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Discover helps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2240280" y="4855464"/>
            <a:ext cx="2274570" cy="96012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350008" y="4928616"/>
            <a:ext cx="205511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day one, we learn your child’s routines, food and comforts.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06290" y="4855464"/>
            <a:ext cx="2274570" cy="96012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16018" y="4928616"/>
            <a:ext cx="205511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settling-in fortnight. Two teachers and an aayah notice hunger, thirst, naps and tears. A photo to you that day.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972300" y="4855464"/>
            <a:ext cx="2274570" cy="96012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82028" y="4928616"/>
            <a:ext cx="205511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faces every day. CCTV in every room, a KG-only toilet always attended, play watched at all times.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338310" y="4855464"/>
            <a:ext cx="2274570" cy="96012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448038" y="4928616"/>
            <a:ext cx="205511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note, a termly story of their growth — and a school that carries on to Grade 12.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9344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Tears in the first weeks are normal — and we plan for them. What matters is where the journey ends: a child who can’t wait to come back.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PROMISE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promise rests on the one beneath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0" y="1234440"/>
            <a:ext cx="640080" cy="59436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187452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956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60520" y="2002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feels like play. Eager for tomorrow, full of stories tonight.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297180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30998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LEARNING, AS IT SHOULD BE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538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progress you can see.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406908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419709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FOR, BODY AND HEART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4636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Comfortable, settled, never upset alone.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516636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40280" y="52943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ALWAYS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5733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matters more.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promises on paper. Things you can check.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628900" cy="54864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 every class and common area — any moment reviewed with you on request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Background-verified staff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entrance; pick-up only by the adults you name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KG-only, child-height toilet, attended and cleaned every hour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042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0420" y="1371600"/>
            <a:ext cx="2628900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042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Three: two teachers and an aayah in every class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settling-in fortnight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caring faces every 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bright, cheerful room built to your child’s height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71600"/>
            <a:ext cx="262890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short video of your child, every 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“What I did” note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story of your child’s growth each term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all the way to Grade 12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8398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83980" y="1371600"/>
            <a:ext cx="2628900" cy="548640"/>
          </a:xfrm>
          <a:prstGeom prst="rect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8398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6686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play, songs and stories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Friendships in small groups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travel home: a screen-free play idea for your family each week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six weeks we ask you: does your child want to come to school?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HLC DISCOVER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 start — inside a school that goes all the way.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second admission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early-years centres stop at UKG. Here, your child simply carries on, with the same philosophy, to Grade 12.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adults in every class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2860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teachers and an aayah — so every child is known, and no child is upset alone.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0876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President’s Award winner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our teachers is recognised at the highest level in the country.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years of one philosophy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who are curious, confident and kind — not hurried.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payment options (monthly, or over 3, 6 or 12 months), timings and the admission steps are in your LKG and UKG fact sheet.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31520" cy="68580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Vidyarambham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Vijayadasami, Tuesday 20 October — at HLC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Vidyarambham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children aged 3 to 6, with a First Words session for every family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902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Golu and children’s events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8902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slots through the morning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classrooms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HLC Discover and Grade 1 for yourself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early-bird welcome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1258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 the admission fee when you confirm by 20 October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 visit, a stay-and-play morning, then apply.   Register: [website]  ·  [phone]  ·  HLC International, Karanai, OMR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 Raise them to find their own 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Discover</dc:title>
  <dc:subject>PptxGenJS Presentation</dc:subject>
  <dc:creator>PptxGenJS</dc:creator>
  <cp:lastModifiedBy>PptxGenJS</cp:lastModifiedBy>
  <cp:revision>1</cp:revision>
  <dcterms:created xsi:type="dcterms:W3CDTF">2026-09-30T02:36:30Z</dcterms:created>
  <dcterms:modified xsi:type="dcterms:W3CDTF">2026-09-30T02:36:30Z</dcterms:modified>
</cp:coreProperties>
</file>