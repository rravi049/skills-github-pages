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917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822960" cy="77724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Discover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Safe. Cared for. Learning. And can’t wait to come back.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of HLC International — LKG, UKG and the first step into Grade 1.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512064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5120640"/>
            <a:ext cx="365760" cy="3657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5120640"/>
            <a:ext cx="365760" cy="36576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PROMISE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promise rests on the one beneath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0" y="1234440"/>
            <a:ext cx="640080" cy="59436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187452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956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60520" y="2002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feels like play. Eager for tomorrow, full of stories tonight.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297180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30998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LEARNING, AS IT SHOULD BE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538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progress you can see.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80360" y="406908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0360" y="419709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FOR, BODY AND HEART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4636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Comfortable, settled, never upset alone.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516636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40280" y="529437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ALWAYS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5733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matters more.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promises on paper. Things you can check.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628900" cy="54864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in every class and common area — any moment reviewed with you on request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Background-verified staff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entrance; pick-up only by the adults you name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KG-only, child-height toilet, attended and cleaned every hour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042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0420" y="1371600"/>
            <a:ext cx="2628900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042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of Three: two teachers and an aayah in every class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settling-in fortnight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caring faces every day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bright, cheerful room built to your child’s height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371600"/>
            <a:ext cx="262890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or short video of your child, every day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“What I did” note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story of your child’s growth each term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all the way to Grade 12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8398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83980" y="1371600"/>
            <a:ext cx="2628900" cy="548640"/>
          </a:xfrm>
          <a:prstGeom prst="rect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8398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6686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play, songs and stories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Friendships in small groups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travel home: a screen-free play idea for your family each week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six weeks we ask you: does your child want to come to school?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HLC DISCOVER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warm start — inside a school that goes all the way.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second admission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860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early-years centres stop at UKG. Here, your child simply carries on, with the same philosophy, to Grade 12.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adults in every class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2860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teachers and an aayah — so every child is known, and no child is upset alone.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0876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President’s Award winner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our teachers is recognised at the highest level in the country.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years of one philosophy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who are curious, confident and kind — not hurried.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payment options (monthly, or over 3, 6 or 12 months), timings and the admission steps are in your LKG and UKG fact sheet.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journeys meet at Grade 1.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where you hold them close — and the one where you watch them 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SECOND HOME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636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HAS CHANGED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112264"/>
            <a:ext cx="2606040" cy="1417320"/>
          </a:xfrm>
          <a:prstGeom prst="line">
            <a:avLst/>
          </a:prstGeom>
          <a:noFill/>
          <a:ln w="63500">
            <a:solidFill>
              <a:srgbClr val="E956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291840" y="3529584"/>
            <a:ext cx="2606040" cy="1280160"/>
          </a:xfrm>
          <a:prstGeom prst="line">
            <a:avLst/>
          </a:prstGeom>
          <a:noFill/>
          <a:ln w="63500">
            <a:solidFill>
              <a:srgbClr val="2F7F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0604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she ready to leave her second home? Will someone still hold her hand?”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30352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5394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this the school for the next twelve years? Will it open the right doors?”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23560" y="3108960"/>
            <a:ext cx="868680" cy="82296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3520440"/>
            <a:ext cx="4160520" cy="0"/>
          </a:xfrm>
          <a:prstGeom prst="line">
            <a:avLst/>
          </a:prstGeom>
          <a:noFill/>
          <a:ln w="7620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41464" y="339242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2953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721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04504" y="339242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2440" y="2953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IGCSE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721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choose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744200" y="2880360"/>
            <a:ext cx="128016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11128" y="2880360"/>
            <a:ext cx="128016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52760" y="2770632"/>
            <a:ext cx="877824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3272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434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years away. Every parent says it comes too soon.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480560" y="4983480"/>
            <a:ext cx="7132320" cy="1280160"/>
          </a:xfrm>
          <a:prstGeom prst="roundRect">
            <a:avLst>
              <a:gd name="adj" fmla="val 857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102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don’t have to choose between holding on and letting go.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55778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HLC, the warmth of the second home walks with your child all the way to the gate — the same care, the same faces who know them, one road with no second admission.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step into real school — and the last admission you’ll need.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in Grade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school begins — with the same care as KG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with no compromise, built around what your child enjoys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voice and responsibility, a little more each year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Grade 3, your child presents their own work to you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Real School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session for any UKG child.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 joins a real Grade 1 class for an hour while you watch. Weekdays, 3:30 to 5 pm.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for the one-page checklist: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my child ready for Grade 1?”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age cut-off and admission steps: </a:t>
            </a: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Grade 1 fact sheet.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first step matters more than ever.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4526280"/>
          </a:xfrm>
          <a:prstGeom prst="roundRect">
            <a:avLst>
              <a:gd name="adj" fmla="val 3243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has changed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before school does, so attention and patience have to be built on purpose.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reading and number, laid in the first years, carry everything after.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what a child can do with knowledge — not just what they remember.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GRADE 1 BUILDS — AND WHAT YOU WILL SEE BY GRADE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7406640" cy="123444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2084832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3042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with understanding and for pleasure; understands numbers, not just recites them.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06240" y="3108960"/>
            <a:ext cx="7406640" cy="123444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345643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Personality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6758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up, presents their own work to you, and recovers when something goes wrong.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06240" y="4480560"/>
            <a:ext cx="7406640" cy="123444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4828032"/>
            <a:ext cx="502920" cy="50292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4645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50474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tried farming, music, art, sport and making — and you can name what lights them up.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06240" y="5897880"/>
            <a:ext cx="7406640" cy="9144"/>
          </a:xfrm>
          <a:prstGeom prst="roundRect">
            <a:avLst>
              <a:gd name="adj" fmla="val 120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won’t wait twelve years to know you chose well. By Grade 3, you will — and your child simply carries on to Grade 12.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31520" cy="68580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with Vidyarambham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Vijayadasami, Tuesday 20 October — at HLC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Vidyarambham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children aged 3 to 6, with a First Words session for every family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902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Golu and children’s events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8902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slots through the morning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classrooms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HLC Discover and Grade 1 for yourself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398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58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early-bird welcome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1258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off the admission fee when you confirm by 20 October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 visit, a stay-and-play morning, then apply.   Register: [website]  ·  [phone]  ·  HLC International, Karanai, OMR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roads have changed. Raise them to find their own 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</Words>
  <Application>Microsoft Office PowerPoint</Application>
  <PresentationFormat>Widescreen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HLC Discover</dc:title>
  <dc:subject>PptxGenJS Presentation</dc:subject>
  <dc:creator>PptxGenJS</dc:creator>
  <cp:lastModifiedBy>Ravi Radhakrishnan</cp:lastModifiedBy>
  <cp:revision>1</cp:revision>
  <dcterms:created xsi:type="dcterms:W3CDTF">2026-09-30T01:59:44Z</dcterms:created>
  <dcterms:modified xsi:type="dcterms:W3CDTF">2026-09-30T02:00:26Z</dcterms:modified>
</cp:coreProperties>
</file>