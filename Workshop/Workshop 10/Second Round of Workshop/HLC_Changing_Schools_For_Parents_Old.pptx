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of changing schools?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You’re not alone — and it doesn’t have to be hard.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families who move have a good reason. This is how HLC answers it — and what your child can look forward to at every stage.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International, Karanai, OMR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FAMILIES COME TO 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may recognise your reason here.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pressure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Rigour without fear. Marks are never announced or compared.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5270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known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groups, and adults who know your child by name.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5270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school ends, or lacks the subjects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school to Grade 12, and a wide choice of subjects.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673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city, or a move abroad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262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Cambridge education, recognised worldwide, and a plan to help your child settle.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51960" y="356616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7673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difficult time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5262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from day one, and a named adult who checks in.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356616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3840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the reason, the world your child is growing into has changed. The next pages show what that means at your child’s age — and how HLC prepares them for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CHILD’S STAGE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to the page for your child’s age.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61188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Grades 1 to 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has changed — and it starts early.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later in primary? The same three promises apply — and you will see the difference within the first year.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371600"/>
            <a:ext cx="361188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Grades 6 to 9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has changed — and so has your child.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566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public exam shows the road ahead — chosen, not assigned.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 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371600"/>
            <a:ext cx="3611880" cy="64008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11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has changed.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566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to the gate. Send them through carrying more.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 →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img_Grade_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img_Grade_6_to_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img_Grade_1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SWITCHING A RISK?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where our students go.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AF6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abroad, across 11 countries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AF6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17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path beyond engineering or medicine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AF6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417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A-Level subjects to build their own combination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STUDY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(BS Data Science) · BITS Pilani · Ashoka · NIFT · FLAME · Imperial College London · University of Manchester · NUS · University of Hong Kong · UBC · Georgia Tech · Northwestern · University of Michigan · Sciences Po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WENT ON TO 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736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NASA fellow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1389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in planetary science, searching for habitable worlds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46177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4736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Marie Skłodowska-Curie fellow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51389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Europe’s most prestigious research fellowship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46177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5320" y="4736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founder and CEO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51389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company for the social sector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3093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HLC alumni records, 2012–2026.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MOVE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conversation, not a form.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Talk to us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3852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what isn’t working. We listen first.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974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481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A day with 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93852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 spends a day in class before you decide.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974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481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A settling plan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93852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buddy, a named adult, and a plan for the first weeks.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1325880"/>
            <a:ext cx="26974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1481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Now or in June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93852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where a place is free, or planned for June. We’ll help you choose.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FACT SHEET ANSWERS THE PRACTICAL QUESTIONS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94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payment options, including a mid-year move  ·  moving from another board  ·  seats in your child’s grade  ·  Grade 11 subjects and college recognition  ·  paperwork and first-day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11247120" cy="1188720"/>
          </a:xfrm>
          <a:prstGeom prst="roundRect">
            <a:avLst>
              <a:gd name="adj" fmla="val 4615"/>
            </a:avLst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8646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our open classrooms on Vijayadasami, Tuesday 20 October — or book a weekday visit.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us: [website]  ·  [phone]  ·  HLC International, Karanai, OMR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roads have changed. Raise them to find their own 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2026-09-29T17:17:11Z</dcterms:created>
  <dcterms:modified xsi:type="dcterms:W3CDTF">2026-09-29T17:17:11Z</dcterms:modified>
</cp:coreProperties>
</file>